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601200" cy="12801600" type="A3"/>
  <p:notesSz cx="6858000" cy="9144000"/>
  <p:defaultTextStyle>
    <a:defPPr>
      <a:defRPr lang="de-DE"/>
    </a:defPPr>
    <a:lvl1pPr marL="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>
          <p15:clr>
            <a:srgbClr val="A4A3A4"/>
          </p15:clr>
        </p15:guide>
        <p15:guide id="2" pos="30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4"/>
  </p:normalViewPr>
  <p:slideViewPr>
    <p:cSldViewPr>
      <p:cViewPr varScale="1">
        <p:scale>
          <a:sx n="57" d="100"/>
          <a:sy n="57" d="100"/>
        </p:scale>
        <p:origin x="462" y="102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20090" y="3976794"/>
            <a:ext cx="8161020" cy="2744047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40180" y="7254240"/>
            <a:ext cx="6720840" cy="32715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40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8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6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480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2856-11D6-44A4-8BF9-B3778D31DA9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200-3394-426D-815A-05207728C6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367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2856-11D6-44A4-8BF9-B3778D31DA9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200-3394-426D-815A-05207728C6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453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58429" y="8226214"/>
            <a:ext cx="8161020" cy="2542540"/>
          </a:xfrm>
        </p:spPr>
        <p:txBody>
          <a:bodyPr anchor="t"/>
          <a:lstStyle>
            <a:lvl1pPr algn="l">
              <a:defRPr sz="56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58429" y="5425865"/>
            <a:ext cx="8161020" cy="2800349"/>
          </a:xfrm>
        </p:spPr>
        <p:txBody>
          <a:bodyPr anchor="b"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64008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2856-11D6-44A4-8BF9-B3778D31DA9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200-3394-426D-815A-05207728C6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2791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03397" y="5576993"/>
            <a:ext cx="4457224" cy="15767898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120640" y="5576993"/>
            <a:ext cx="4457224" cy="15767898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2856-11D6-44A4-8BF9-B3778D31DA9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200-3394-426D-815A-05207728C6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4929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0060" y="512658"/>
            <a:ext cx="8641080" cy="21336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80060" y="2865544"/>
            <a:ext cx="4242197" cy="1194222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00" b="1"/>
            </a:lvl3pPr>
            <a:lvl4pPr marL="1920240" indent="0">
              <a:buNone/>
              <a:defRPr sz="2200" b="1"/>
            </a:lvl4pPr>
            <a:lvl5pPr marL="2560320" indent="0">
              <a:buNone/>
              <a:defRPr sz="2200" b="1"/>
            </a:lvl5pPr>
            <a:lvl6pPr marL="3200400" indent="0">
              <a:buNone/>
              <a:defRPr sz="2200" b="1"/>
            </a:lvl6pPr>
            <a:lvl7pPr marL="3840480" indent="0">
              <a:buNone/>
              <a:defRPr sz="2200" b="1"/>
            </a:lvl7pPr>
            <a:lvl8pPr marL="4480560" indent="0">
              <a:buNone/>
              <a:defRPr sz="2200" b="1"/>
            </a:lvl8pPr>
            <a:lvl9pPr marL="5120640" indent="0">
              <a:buNone/>
              <a:defRPr sz="22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80060" y="4059766"/>
            <a:ext cx="4242197" cy="7375738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877277" y="2865544"/>
            <a:ext cx="4243864" cy="1194222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00" b="1"/>
            </a:lvl3pPr>
            <a:lvl4pPr marL="1920240" indent="0">
              <a:buNone/>
              <a:defRPr sz="2200" b="1"/>
            </a:lvl4pPr>
            <a:lvl5pPr marL="2560320" indent="0">
              <a:buNone/>
              <a:defRPr sz="2200" b="1"/>
            </a:lvl5pPr>
            <a:lvl6pPr marL="3200400" indent="0">
              <a:buNone/>
              <a:defRPr sz="2200" b="1"/>
            </a:lvl6pPr>
            <a:lvl7pPr marL="3840480" indent="0">
              <a:buNone/>
              <a:defRPr sz="2200" b="1"/>
            </a:lvl7pPr>
            <a:lvl8pPr marL="4480560" indent="0">
              <a:buNone/>
              <a:defRPr sz="2200" b="1"/>
            </a:lvl8pPr>
            <a:lvl9pPr marL="5120640" indent="0">
              <a:buNone/>
              <a:defRPr sz="22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877277" y="4059766"/>
            <a:ext cx="4243864" cy="7375738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2856-11D6-44A4-8BF9-B3778D31DA9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200-3394-426D-815A-05207728C6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8745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2856-11D6-44A4-8BF9-B3778D31DA9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200-3394-426D-815A-05207728C6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9149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2856-11D6-44A4-8BF9-B3778D31DA9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200-3394-426D-815A-05207728C6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198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0060" y="509693"/>
            <a:ext cx="3158729" cy="2169160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753802" y="509694"/>
            <a:ext cx="5367338" cy="10925811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80060" y="2678854"/>
            <a:ext cx="3158729" cy="8756651"/>
          </a:xfrm>
        </p:spPr>
        <p:txBody>
          <a:bodyPr/>
          <a:lstStyle>
            <a:lvl1pPr marL="0" indent="0">
              <a:buNone/>
              <a:defRPr sz="2000"/>
            </a:lvl1pPr>
            <a:lvl2pPr marL="640080" indent="0">
              <a:buNone/>
              <a:defRPr sz="1700"/>
            </a:lvl2pPr>
            <a:lvl3pPr marL="1280160" indent="0">
              <a:buNone/>
              <a:defRPr sz="1400"/>
            </a:lvl3pPr>
            <a:lvl4pPr marL="1920240" indent="0">
              <a:buNone/>
              <a:defRPr sz="1300"/>
            </a:lvl4pPr>
            <a:lvl5pPr marL="2560320" indent="0">
              <a:buNone/>
              <a:defRPr sz="1300"/>
            </a:lvl5pPr>
            <a:lvl6pPr marL="3200400" indent="0">
              <a:buNone/>
              <a:defRPr sz="1300"/>
            </a:lvl6pPr>
            <a:lvl7pPr marL="3840480" indent="0">
              <a:buNone/>
              <a:defRPr sz="1300"/>
            </a:lvl7pPr>
            <a:lvl8pPr marL="4480560" indent="0">
              <a:buNone/>
              <a:defRPr sz="1300"/>
            </a:lvl8pPr>
            <a:lvl9pPr marL="5120640" indent="0">
              <a:buNone/>
              <a:defRPr sz="13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2856-11D6-44A4-8BF9-B3778D31DA9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200-3394-426D-815A-05207728C6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890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81902" y="8961120"/>
            <a:ext cx="5760720" cy="1057911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881902" y="1143847"/>
            <a:ext cx="5760720" cy="7680960"/>
          </a:xfrm>
        </p:spPr>
        <p:txBody>
          <a:bodyPr/>
          <a:lstStyle>
            <a:lvl1pPr marL="0" indent="0">
              <a:buNone/>
              <a:defRPr sz="4500"/>
            </a:lvl1pPr>
            <a:lvl2pPr marL="640080" indent="0">
              <a:buNone/>
              <a:defRPr sz="3900"/>
            </a:lvl2pPr>
            <a:lvl3pPr marL="1280160" indent="0">
              <a:buNone/>
              <a:defRPr sz="340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881902" y="10019031"/>
            <a:ext cx="5760720" cy="1502409"/>
          </a:xfrm>
        </p:spPr>
        <p:txBody>
          <a:bodyPr/>
          <a:lstStyle>
            <a:lvl1pPr marL="0" indent="0">
              <a:buNone/>
              <a:defRPr sz="2000"/>
            </a:lvl1pPr>
            <a:lvl2pPr marL="640080" indent="0">
              <a:buNone/>
              <a:defRPr sz="1700"/>
            </a:lvl2pPr>
            <a:lvl3pPr marL="1280160" indent="0">
              <a:buNone/>
              <a:defRPr sz="1400"/>
            </a:lvl3pPr>
            <a:lvl4pPr marL="1920240" indent="0">
              <a:buNone/>
              <a:defRPr sz="1300"/>
            </a:lvl4pPr>
            <a:lvl5pPr marL="2560320" indent="0">
              <a:buNone/>
              <a:defRPr sz="1300"/>
            </a:lvl5pPr>
            <a:lvl6pPr marL="3200400" indent="0">
              <a:buNone/>
              <a:defRPr sz="1300"/>
            </a:lvl6pPr>
            <a:lvl7pPr marL="3840480" indent="0">
              <a:buNone/>
              <a:defRPr sz="1300"/>
            </a:lvl7pPr>
            <a:lvl8pPr marL="4480560" indent="0">
              <a:buNone/>
              <a:defRPr sz="1300"/>
            </a:lvl8pPr>
            <a:lvl9pPr marL="5120640" indent="0">
              <a:buNone/>
              <a:defRPr sz="13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2856-11D6-44A4-8BF9-B3778D31DA9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200-3394-426D-815A-05207728C6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9698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2856-11D6-44A4-8BF9-B3778D31DA9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200-3394-426D-815A-05207728C6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4208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309248" y="957158"/>
            <a:ext cx="2268616" cy="20387733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503397" y="957158"/>
            <a:ext cx="6645831" cy="20387733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2856-11D6-44A4-8BF9-B3778D31DA9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200-3394-426D-815A-05207728C6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6527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0060" y="512658"/>
            <a:ext cx="8641080" cy="2133600"/>
          </a:xfrm>
          <a:prstGeom prst="rect">
            <a:avLst/>
          </a:prstGeom>
        </p:spPr>
        <p:txBody>
          <a:bodyPr vert="horz" lIns="128016" tIns="64008" rIns="128016" bIns="64008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80060" y="2987041"/>
            <a:ext cx="8641080" cy="8448464"/>
          </a:xfrm>
          <a:prstGeom prst="rect">
            <a:avLst/>
          </a:prstGeom>
        </p:spPr>
        <p:txBody>
          <a:bodyPr vert="horz" lIns="128016" tIns="64008" rIns="128016" bIns="64008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80060" y="11865187"/>
            <a:ext cx="2240280" cy="681567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2856-11D6-44A4-8BF9-B3778D31DA9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280410" y="11865187"/>
            <a:ext cx="3040380" cy="681567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880860" y="11865187"/>
            <a:ext cx="2240280" cy="681567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1D200-3394-426D-815A-05207728C6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7539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80160" rtl="0" eaLnBrk="1" latinLnBrk="0" hangingPunct="1">
        <a:spcBef>
          <a:spcPct val="0"/>
        </a:spcBef>
        <a:buNone/>
        <a:defRPr sz="6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0" indent="-480060" algn="l" defTabSz="1280160" rtl="0" eaLnBrk="1" latinLnBrk="0" hangingPunct="1">
        <a:spcBef>
          <a:spcPct val="2000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040130" indent="-400050" algn="l" defTabSz="1280160" rtl="0" eaLnBrk="1" latinLnBrk="0" hangingPunct="1">
        <a:spcBef>
          <a:spcPct val="20000"/>
        </a:spcBef>
        <a:buFont typeface="Arial" panose="020B0604020202020204" pitchFamily="34" charset="0"/>
        <a:buChar char="–"/>
        <a:defRPr sz="390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40180" y="2080320"/>
            <a:ext cx="6720840" cy="3271520"/>
          </a:xfrm>
        </p:spPr>
        <p:txBody>
          <a:bodyPr/>
          <a:lstStyle/>
          <a:p>
            <a:r>
              <a:rPr lang="de-DE" dirty="0"/>
              <a:t>(TEXT)</a:t>
            </a:r>
          </a:p>
        </p:txBody>
      </p:sp>
      <p:sp>
        <p:nvSpPr>
          <p:cNvPr id="6" name="Abgerundetes Rechteck 5"/>
          <p:cNvSpPr/>
          <p:nvPr/>
        </p:nvSpPr>
        <p:spPr>
          <a:xfrm>
            <a:off x="1920280" y="136104"/>
            <a:ext cx="5760640" cy="1008112"/>
          </a:xfrm>
          <a:prstGeom prst="roundRect">
            <a:avLst/>
          </a:prstGeom>
          <a:solidFill>
            <a:srgbClr val="1C437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b="1" dirty="0"/>
              <a:t>One Minute Wonder</a:t>
            </a:r>
          </a:p>
        </p:txBody>
      </p:sp>
      <p:sp>
        <p:nvSpPr>
          <p:cNvPr id="7" name="Abgerundetes Rechteck 6"/>
          <p:cNvSpPr/>
          <p:nvPr/>
        </p:nvSpPr>
        <p:spPr>
          <a:xfrm>
            <a:off x="336104" y="1432248"/>
            <a:ext cx="8928992" cy="43204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TITEL</a:t>
            </a:r>
          </a:p>
        </p:txBody>
      </p:sp>
      <p:sp>
        <p:nvSpPr>
          <p:cNvPr id="8" name="Abgerundetes Rechteck 7"/>
          <p:cNvSpPr/>
          <p:nvPr/>
        </p:nvSpPr>
        <p:spPr>
          <a:xfrm>
            <a:off x="336104" y="11729392"/>
            <a:ext cx="8928992" cy="864096"/>
          </a:xfrm>
          <a:prstGeom prst="roundRect">
            <a:avLst/>
          </a:prstGeom>
          <a:solidFill>
            <a:srgbClr val="1C437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Namen:</a:t>
            </a: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3354174376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A3-Papier (297 x 420 mm)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Larissa</vt:lpstr>
      <vt:lpstr>PowerPoint-Präsentation</vt:lpstr>
    </vt:vector>
  </TitlesOfParts>
  <Company>Kreiskliniken Reutlingen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Monninger, Martin, RZNA</dc:creator>
  <cp:lastModifiedBy>Renerken, Marie</cp:lastModifiedBy>
  <cp:revision>10</cp:revision>
  <dcterms:created xsi:type="dcterms:W3CDTF">2018-10-23T08:00:41Z</dcterms:created>
  <dcterms:modified xsi:type="dcterms:W3CDTF">2025-11-03T09:57:51Z</dcterms:modified>
</cp:coreProperties>
</file>